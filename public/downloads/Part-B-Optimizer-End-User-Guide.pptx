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92608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Part B Optimizer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End-user guide — how the benchmark tool works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Educational only — not enrollment or insurance sales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No phone, email, or login required to benchmark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You control if/when you connect with a licensed partner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Start on the home page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1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Open mypartb.com and choose the Part B Optimizer Benchmark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Privacy banner: de-identified inputs only (year of birth + ZIP3)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Part B Optimizer Benchmark Tool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2-scenario-n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Five quick steps: PBO Blueprint → Conditions → Medications → Utilization → Benefits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Optional: reopen a previous benchmark from this device at the bottom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Step 1 — PBO Blueprint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3-wizard-step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Year of birth, gender, tobacco, ZIP3, county, Medicare enrollment, income band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No full ZIP, SSN, phone, or email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Steps 2–3 — Optional health inputs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4-wizard-step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Conditions and medications are optional but improve the educational report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Continue through each step — nothing is shared until you choose partner contact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Submit — get your Benchmark Tool ID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5-wizard-step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Step 5: benefit priorities, then Submit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You receive a BM-… ID stored on this device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Your benchmark report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6-benchmark-re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Federal Part B baselines, regional context, Top 10 framework, workbook, PDF download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Section menu scrolls to PBO Blueprint, Possible Plans, workbook, and more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PBO Turning 65 Workbook</a:t>
            </a:r>
            <a:endParaRPr lang="en-US" sz="2200" dirty="0"/>
          </a:p>
        </p:txBody>
      </p:sp>
      <p:pic>
        <p:nvPicPr>
          <p:cNvPr id="4" name="Image 1" descr="C:\Users\evely\Documents\antigravity\eager-hypatia\docs\.user-guide-screenshots\07-workboo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868680"/>
            <a:ext cx="5303520" cy="3337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05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Interactive checklist — progress saves in your browser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Save my answers as PDF when ready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100584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Partner contact is optional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After the report, you may connect with a licensed partner — only if you opt 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Benchmark Tool ID is yours to share or keep private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Educational tool — we do not sell insurance or enroll you in coverage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B Optimizer End User Guide</dc:title>
  <dc:subject>PptxGenJS Presentation</dc:subject>
  <dc:creator>Part B Optimizer</dc:creator>
  <cp:lastModifiedBy>Part B Optimizer</cp:lastModifiedBy>
  <cp:revision>1</cp:revision>
  <dcterms:created xsi:type="dcterms:W3CDTF">2026-06-30T02:54:26Z</dcterms:created>
  <dcterms:modified xsi:type="dcterms:W3CDTF">2026-06-30T02:54:26Z</dcterms:modified>
</cp:coreProperties>
</file>